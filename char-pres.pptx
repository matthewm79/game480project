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4804F-746A-5902-9B77-E5B5DDC1D9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9D5D2-5BB3-0AF6-D80F-D9D2AA315C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A9EC8-206C-CA7B-AECD-2F526A47A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3902B-2A40-132F-D094-DA97D46B3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E41C6-4129-9E69-CA20-63552668F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AEF5-884B-0928-B15D-C22EC75AF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5D5A-18D2-ABE9-C057-B7DBE1471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86B90-FC4A-1698-4B23-825421318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2A52F-B191-1628-D079-13C7B3852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04022-A7D1-778C-D523-764ECAA90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7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21CF3-6BF8-74A9-0D0B-955859EB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1123A-6239-5BAC-C5F9-49219AD6E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D41A6-6FE5-9ED6-5DA1-89962E6E4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649F8-A11D-94BB-85A6-D09FEF703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C4FDC-3E5E-4212-5DD6-09F2C2DF1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416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FBF9C-3A46-6E5F-3423-D6AA538CE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AEC17-39BB-04AF-07C2-622BAE7BD6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58D9C1-15F9-3E5B-FF7C-A08AB40D7E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5D17E5-BFB9-01FC-71ED-63F8E8DBD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852B2B-04DC-C0FB-8631-235C04F71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F8AC6A-8935-1E21-2629-12E55DDE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617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5F6F5-584F-FBD6-3B12-799F64D00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752DB-9EBC-733F-EBAD-6E04A883C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B344E-2FA5-5B58-7A61-5BBC6B35F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7BCA74-6C30-8BE3-4E99-E332BDDF4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0F7315-C236-357E-F9CF-23D0F87BD5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2D89B0-78B3-1B6C-3DB8-B4E5EA5FD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E7C523-7C40-E39D-718A-3AE3A8CB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56F80E-A15E-8FCC-E1EB-2FA5EBEB2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33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EBDD1-2407-F514-ACEB-011EA760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607D92-30E5-C918-FAAB-1FB87957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3344DD-903B-7A5E-7C02-B6F89EC2B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E48FDF-1A76-0047-941B-460661A1C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B1AC53-0DD0-F826-7E05-395BBBEA0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519B1E-B4D0-C4F2-D298-E01AA715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FE91E9-B135-30A2-11B2-005248A6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13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9004E-9CCD-3FDE-D57C-B9253CF4F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D76BA-8938-0578-BBDB-21B58B3E9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36809C-7B97-0B91-5DC2-B8A64A8C8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CEE585-CA17-C37D-A26E-0BA90D11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0F65D8-8D0E-4639-347F-DECA6F740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0931A9-0CE0-01CE-668B-5714DD96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00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E9D7-76DD-09AA-925C-5BE1B1646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A39E8B-0183-9E00-DA46-A0CF841F49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84D55-2AF5-F457-9CC7-9542498C7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5BF6A-4EF2-ADA9-1580-69484E67E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95F5E-4B21-802C-14AA-CE14877B8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17C907-B765-9609-B4B5-B76608C33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9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711D0-A76E-0E37-FFA8-E3AE0FE5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CD9ED-542E-0E8C-70AC-D5847AD54C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28247-A264-1463-E7DA-09891B77C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C64ED-6508-D23B-B4D8-A8EEED9BF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4DE07-CA35-17D8-C2A1-8987B6842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11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A7B78D-F73B-5B54-C63F-2833D20E6A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4E12A8-1843-95CC-EC6C-F464E328B6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60187-20AE-5579-0F0E-F6FB5090A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9CC03-BC71-4023-D002-BA83F38FB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A25A4-5106-433F-345E-9F01F94D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796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C9ABAC-602E-A263-CD7A-B024A2DF8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0B105-BCD1-2C19-DBAC-EFFCDE7A7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703-CD25-43BA-FC5D-B5428DD54C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796E67-1F31-4579-B62A-57BEC465A4C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A196F-4051-C753-F39E-CC27F4F734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6E33C-6C28-65D6-ED97-1187666298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7EDFF-78D8-4AAC-AFFD-C8D8C7EF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848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945561-5AFE-E33B-156B-9E0B6A951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05" y="128587"/>
            <a:ext cx="4429125" cy="6600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82A86E-7A20-25A2-E37F-27A93258E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47" y="128587"/>
            <a:ext cx="5549448" cy="660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903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356C1F-B923-C6B8-5FF1-980F445B3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80" y="219997"/>
            <a:ext cx="6418005" cy="64180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68E057-A010-98EF-3B38-22EA720D8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790" y="219997"/>
            <a:ext cx="3087329" cy="30873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358426-ACE4-833F-AA45-85BFA9D1A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791" y="3550673"/>
            <a:ext cx="3087329" cy="30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5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3F69D1E-5930-B096-6AFE-0706610FF5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874" y="643467"/>
            <a:ext cx="4456852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677DEF-834A-35C2-753E-2F93C4FCD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272" y="643467"/>
            <a:ext cx="4456852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161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Wright, Molly Scott</dc:creator>
  <cp:lastModifiedBy>Wright, Molly Scott</cp:lastModifiedBy>
  <cp:revision>1</cp:revision>
  <dcterms:created xsi:type="dcterms:W3CDTF">2026-10-05T15:10:52Z</dcterms:created>
  <dcterms:modified xsi:type="dcterms:W3CDTF">2026-10-05T15:16:56Z</dcterms:modified>
</cp:coreProperties>
</file>