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804F-746A-5902-9B77-E5B5DDC1D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9D5D2-5BB3-0AF6-D80F-D9D2AA315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A9EC8-206C-CA7B-AECD-2F526A47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3902B-2A40-132F-D094-DA97D46B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E41C6-4129-9E69-CA20-63552668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AEF5-884B-0928-B15D-C22EC75A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5D5A-18D2-ABE9-C057-B7DBE1471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86B90-FC4A-1698-4B23-82542131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2A52F-B191-1628-D079-13C7B385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04022-A7D1-778C-D523-764ECAA9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1CF3-6BF8-74A9-0D0B-955859EB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1123A-6239-5BAC-C5F9-49219AD6E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41A6-6FE5-9ED6-5DA1-89962E6E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649F8-A11D-94BB-85A6-D09FEF70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C4FDC-3E5E-4212-5DD6-09F2C2DF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1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BF9C-3A46-6E5F-3423-D6AA538C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AEC17-39BB-04AF-07C2-622BAE7BD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8D9C1-15F9-3E5B-FF7C-A08AB40D7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D17E5-BFB9-01FC-71ED-63F8E8DBD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52B2B-04DC-C0FB-8631-235C04F71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8AC6A-8935-1E21-2629-12E55DDE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1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F6F5-584F-FBD6-3B12-799F64D00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752DB-9EBC-733F-EBAD-6E04A883C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B344E-2FA5-5B58-7A61-5BBC6B35F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BCA74-6C30-8BE3-4E99-E332BDDF4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F7315-C236-357E-F9CF-23D0F87BD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D89B0-78B3-1B6C-3DB8-B4E5EA5F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7C523-7C40-E39D-718A-3AE3A8CB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6F80E-A15E-8FCC-E1EB-2FA5EBEB2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BDD1-2407-F514-ACEB-011EA760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07D92-30E5-C918-FAAB-1FB87957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344DD-903B-7A5E-7C02-B6F89EC2B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48FDF-1A76-0047-941B-460661A1C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B1AC53-0DD0-F826-7E05-395BBBEA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519B1E-B4D0-C4F2-D298-E01AA715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E91E9-B135-30A2-11B2-005248A6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1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004E-9CCD-3FDE-D57C-B9253CF4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D76BA-8938-0578-BBDB-21B58B3E9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6809C-7B97-0B91-5DC2-B8A64A8C8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EE585-CA17-C37D-A26E-0BA90D11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F65D8-8D0E-4639-347F-DECA6F740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931A9-0CE0-01CE-668B-5714DD96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0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E9D7-76DD-09AA-925C-5BE1B1646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39E8B-0183-9E00-DA46-A0CF841F4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84D55-2AF5-F457-9CC7-9542498C7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5BF6A-4EF2-ADA9-1580-69484E67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95F5E-4B21-802C-14AA-CE14877B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7C907-B765-9609-B4B5-B76608C3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11D0-A76E-0E37-FFA8-E3AE0FE5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CD9ED-542E-0E8C-70AC-D5847AD54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28247-A264-1463-E7DA-09891B77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C64ED-6508-D23B-B4D8-A8EEED9BF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4DE07-CA35-17D8-C2A1-8987B684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1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7B78D-F73B-5B54-C63F-2833D20E6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E12A8-1843-95CC-EC6C-F464E328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60187-20AE-5579-0F0E-F6FB5090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9CC03-BC71-4023-D002-BA83F38F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A25A4-5106-433F-345E-9F01F94D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9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C9ABAC-602E-A263-CD7A-B024A2DF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0B105-BCD1-2C19-DBAC-EFFCDE7A7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703-CD25-43BA-FC5D-B5428DD54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96E67-1F31-4579-B62A-57BEC465A4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A196F-4051-C753-F39E-CC27F4F73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6E33C-6C28-65D6-ED97-118766629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7EDFF-78D8-4AAC-AFFD-C8D8C7EF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4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146755A0-95F6-73EF-F2D2-6CADE4A84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6" y="536459"/>
            <a:ext cx="3283974" cy="5785082"/>
          </a:xfrm>
          <a:prstGeom prst="rect">
            <a:avLst/>
          </a:prstGeom>
        </p:spPr>
      </p:pic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16FB6011-EF82-C2B0-1161-986932787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832" y="536458"/>
            <a:ext cx="3692336" cy="5792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32ED58-4A2A-CAB2-288D-4960EEC72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433" y="1162963"/>
            <a:ext cx="3625659" cy="453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0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62475203-2173-D1AF-EBF1-B0EF9A4BD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77" y="416518"/>
            <a:ext cx="3023289" cy="2883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9EC125-BD3F-AA91-C3CC-495DD84B0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388" y="416518"/>
            <a:ext cx="3023289" cy="38344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7C9329-7972-5EE1-D4C8-21783A098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399" y="416518"/>
            <a:ext cx="3777224" cy="4933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BDEA59-D78A-39FC-83A5-BA155CF09248}"/>
              </a:ext>
            </a:extLst>
          </p:cNvPr>
          <p:cNvSpPr txBox="1"/>
          <p:nvPr/>
        </p:nvSpPr>
        <p:spPr>
          <a:xfrm>
            <a:off x="696376" y="3384444"/>
            <a:ext cx="302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632D82-091E-2CC9-5D95-923247B782F9}"/>
              </a:ext>
            </a:extLst>
          </p:cNvPr>
          <p:cNvSpPr txBox="1"/>
          <p:nvPr/>
        </p:nvSpPr>
        <p:spPr>
          <a:xfrm>
            <a:off x="4207387" y="4280430"/>
            <a:ext cx="302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Two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014D60-5840-5D21-CD9C-131D6417E4A8}"/>
              </a:ext>
            </a:extLst>
          </p:cNvPr>
          <p:cNvSpPr txBox="1"/>
          <p:nvPr/>
        </p:nvSpPr>
        <p:spPr>
          <a:xfrm>
            <a:off x="7718399" y="5390615"/>
            <a:ext cx="302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Three</a:t>
            </a:r>
          </a:p>
        </p:txBody>
      </p:sp>
    </p:spTree>
    <p:extLst>
      <p:ext uri="{BB962C8B-B14F-4D97-AF65-F5344CB8AC3E}">
        <p14:creationId xmlns:p14="http://schemas.microsoft.com/office/powerpoint/2010/main" val="2031359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Wright, Molly Scott</dc:creator>
  <cp:lastModifiedBy>Wright, Molly Scott</cp:lastModifiedBy>
  <cp:revision>2</cp:revision>
  <dcterms:created xsi:type="dcterms:W3CDTF">2026-10-05T15:10:52Z</dcterms:created>
  <dcterms:modified xsi:type="dcterms:W3CDTF">2026-10-19T15:24:29Z</dcterms:modified>
</cp:coreProperties>
</file>